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9040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指示書AI読取 → KANTAKI-WIZ 自動入力ガイド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お試しアプリ: https://yst-nakamura.github.io/shijisho-check-app/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02920" cy="502920"/>
          </a:xfrm>
          <a:prstGeom prst="ellipse">
            <a:avLst/>
          </a:prstGeom>
          <a:solidFill>
            <a:srgbClr val="91B9C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115568" y="1417320"/>
            <a:ext cx="4690872" cy="713232"/>
          </a:xfrm>
          <a:prstGeom prst="roundRect">
            <a:avLst>
              <a:gd name="adj" fmla="val 10256"/>
            </a:avLst>
          </a:prstGeom>
          <a:solidFill>
            <a:srgbClr val="D8DDE1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1417320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904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お試しアプリを開く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50008"/>
            <a:ext cx="502920" cy="502920"/>
          </a:xfrm>
          <a:prstGeom prst="ellipse">
            <a:avLst/>
          </a:prstGeom>
          <a:solidFill>
            <a:srgbClr val="91B9C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350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115568" y="2350008"/>
            <a:ext cx="4690872" cy="713232"/>
          </a:xfrm>
          <a:prstGeom prst="roundRect">
            <a:avLst>
              <a:gd name="adj" fmla="val 10256"/>
            </a:avLst>
          </a:prstGeom>
          <a:solidFill>
            <a:srgbClr val="D8DDE1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2350008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904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書類の種類で「指示書」を選ぶ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502920" cy="502920"/>
          </a:xfrm>
          <a:prstGeom prst="ellipse">
            <a:avLst/>
          </a:prstGeom>
          <a:solidFill>
            <a:srgbClr val="91B9C1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2826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115568" y="3282696"/>
            <a:ext cx="4690872" cy="713232"/>
          </a:xfrm>
          <a:prstGeom prst="roundRect">
            <a:avLst>
              <a:gd name="adj" fmla="val 10256"/>
            </a:avLst>
          </a:prstGeom>
          <a:solidFill>
            <a:srgbClr val="D8DDE1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3282696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904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指示書を撮影・選択する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215384"/>
            <a:ext cx="502920" cy="502920"/>
          </a:xfrm>
          <a:prstGeom prst="ellipse">
            <a:avLst/>
          </a:prstGeom>
          <a:solidFill>
            <a:srgbClr val="91B9C1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215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115568" y="4215384"/>
            <a:ext cx="4690872" cy="713232"/>
          </a:xfrm>
          <a:prstGeom prst="roundRect">
            <a:avLst>
              <a:gd name="adj" fmla="val 10256"/>
            </a:avLst>
          </a:prstGeom>
          <a:solidFill>
            <a:srgbClr val="D8DDE1"/>
          </a:solidFill>
          <a:ln/>
        </p:spPr>
      </p:sp>
      <p:sp>
        <p:nvSpPr>
          <p:cNvPr id="19" name="Text 17"/>
          <p:cNvSpPr/>
          <p:nvPr/>
        </p:nvSpPr>
        <p:spPr>
          <a:xfrm>
            <a:off x="1280160" y="4215384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904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「AIで読み取る」を押す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55080" y="1417320"/>
            <a:ext cx="502920" cy="502920"/>
          </a:xfrm>
          <a:prstGeom prst="ellipse">
            <a:avLst/>
          </a:prstGeom>
          <a:solidFill>
            <a:srgbClr val="91B9C1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13448" y="1417320"/>
            <a:ext cx="4690872" cy="713232"/>
          </a:xfrm>
          <a:prstGeom prst="roundRect">
            <a:avLst>
              <a:gd name="adj" fmla="val 10256"/>
            </a:avLst>
          </a:prstGeom>
          <a:solidFill>
            <a:srgbClr val="D8DDE1"/>
          </a:solidFill>
          <a:ln/>
        </p:spPr>
      </p:sp>
      <p:sp>
        <p:nvSpPr>
          <p:cNvPr id="23" name="Text 21"/>
          <p:cNvSpPr/>
          <p:nvPr/>
        </p:nvSpPr>
        <p:spPr>
          <a:xfrm>
            <a:off x="7178040" y="1417320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904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内容を確認・修正する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55080" y="2350008"/>
            <a:ext cx="502920" cy="502920"/>
          </a:xfrm>
          <a:prstGeom prst="ellipse">
            <a:avLst/>
          </a:prstGeom>
          <a:solidFill>
            <a:srgbClr val="91B9C1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2350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013448" y="2350008"/>
            <a:ext cx="4690872" cy="713232"/>
          </a:xfrm>
          <a:prstGeom prst="roundRect">
            <a:avLst>
              <a:gd name="adj" fmla="val 10256"/>
            </a:avLst>
          </a:prstGeom>
          <a:solidFill>
            <a:srgbClr val="D8DDE1"/>
          </a:solidFill>
          <a:ln/>
        </p:spPr>
      </p:sp>
      <p:sp>
        <p:nvSpPr>
          <p:cNvPr id="27" name="Text 25"/>
          <p:cNvSpPr/>
          <p:nvPr/>
        </p:nvSpPr>
        <p:spPr>
          <a:xfrm>
            <a:off x="7178040" y="2350008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904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「KANTAKI-WIZ用にコピー」を押す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355080" y="3282696"/>
            <a:ext cx="502920" cy="502920"/>
          </a:xfrm>
          <a:prstGeom prst="ellipse">
            <a:avLst/>
          </a:prstGeom>
          <a:solidFill>
            <a:srgbClr val="91B9C1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32826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7013448" y="3282696"/>
            <a:ext cx="4690872" cy="713232"/>
          </a:xfrm>
          <a:prstGeom prst="roundRect">
            <a:avLst>
              <a:gd name="adj" fmla="val 10256"/>
            </a:avLst>
          </a:prstGeom>
          <a:solidFill>
            <a:srgbClr val="D8DDE1"/>
          </a:solidFill>
          <a:ln/>
        </p:spPr>
      </p:sp>
      <p:sp>
        <p:nvSpPr>
          <p:cNvPr id="31" name="Text 29"/>
          <p:cNvSpPr/>
          <p:nvPr/>
        </p:nvSpPr>
        <p:spPr>
          <a:xfrm>
            <a:off x="7178040" y="3282696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904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KANTAKI-WIZで利用者IDを検索・選択する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355080" y="4215384"/>
            <a:ext cx="502920" cy="502920"/>
          </a:xfrm>
          <a:prstGeom prst="ellipse">
            <a:avLst/>
          </a:prstGeom>
          <a:solidFill>
            <a:srgbClr val="91B9C1"/>
          </a:solidFill>
          <a:ln/>
        </p:spPr>
      </p:sp>
      <p:sp>
        <p:nvSpPr>
          <p:cNvPr id="33" name="Text 31"/>
          <p:cNvSpPr/>
          <p:nvPr/>
        </p:nvSpPr>
        <p:spPr>
          <a:xfrm>
            <a:off x="6355080" y="4215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7013448" y="4215384"/>
            <a:ext cx="4690872" cy="713232"/>
          </a:xfrm>
          <a:prstGeom prst="roundRect">
            <a:avLst>
              <a:gd name="adj" fmla="val 10256"/>
            </a:avLst>
          </a:prstGeom>
          <a:solidFill>
            <a:srgbClr val="D8DDE1"/>
          </a:solidFill>
          <a:ln/>
        </p:spPr>
      </p:sp>
      <p:sp>
        <p:nvSpPr>
          <p:cNvPr id="35" name="Text 33"/>
          <p:cNvSpPr/>
          <p:nvPr/>
        </p:nvSpPr>
        <p:spPr>
          <a:xfrm>
            <a:off x="7178040" y="4215384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904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登録済みのブックマークを押し、貼り付けてOK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57200" y="5257800"/>
            <a:ext cx="11274552" cy="932688"/>
          </a:xfrm>
          <a:prstGeom prst="roundRect">
            <a:avLst>
              <a:gd name="adj" fmla="val 9804"/>
            </a:avLst>
          </a:prstGeom>
          <a:solidFill>
            <a:srgbClr val="C19569">
              <a:alpha val="18000"/>
            </a:srgbClr>
          </a:solidFill>
          <a:ln w="19050">
            <a:solidFill>
              <a:srgbClr val="C195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5257800"/>
            <a:ext cx="108173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04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注意: </a:t>
            </a:r>
            <a:pPr indent="0" marL="0">
              <a:buNone/>
            </a:pPr>
            <a:r>
              <a:rPr lang="en-US" sz="1400" dirty="0">
                <a:solidFill>
                  <a:srgbClr val="0904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利用者氏名・生年月日・要介護度・住所は自動入力されません(KANTAKI-WIZの「利用者ID」検索で選択してください)。保存前に、入力内容が正しいか必ず目で確認してください。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2026-08-14T04:16:15Z</dcterms:created>
  <dcterms:modified xsi:type="dcterms:W3CDTF">2026-08-14T04:16:15Z</dcterms:modified>
</cp:coreProperties>
</file>